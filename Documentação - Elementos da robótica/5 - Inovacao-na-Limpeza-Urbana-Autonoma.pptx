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9941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CapiBot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55006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Inovação na Limpeza Urbana Autônoma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3903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Um robô autônomo projetado para coletar resíduos em grades de bueiros — desenvolvido, simulado e validado com tecnologia de ponta.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53132"/>
            <a:ext cx="864766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695623"/>
            <a:ext cx="115185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PROBLEMA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2519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Eficiência na Coleta de Resíduos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3925119" y="1580778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4066877" y="1722537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Complexidade Urbana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6877" y="2029048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manutenção de bueiros em ambientes urbanos exige precisão e adaptação constante a diferentes configurações.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1580778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499101" y="1722537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 e Risco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9101" y="2029048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operação manual convencional é cara, lenta e expõe trabalhadores a riscos desnecessários.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446636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4066877" y="358839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Nossa Proposta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66877" y="3894906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Automação total na remoção de detritos em grades, eliminando intervenção humana direta.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371"/>
            <a:ext cx="643235" cy="178371"/>
          </a:xfrm>
          <a:prstGeom prst="roundRect">
            <a:avLst>
              <a:gd name="adj" fmla="val 7898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66514" y="432569"/>
            <a:ext cx="9596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SOLUÇÃO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14586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Apresentando o CapiBot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36538"/>
            <a:ext cx="5198418" cy="2924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5644" y="2355205"/>
            <a:ext cx="2666926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CapiBot é um robô projetado especificamente para atuar em grades de bueiros, combinando mobilidade, precisão e inteligência artificial para maximizar a higiene pública.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97" y="4382877"/>
            <a:ext cx="176064" cy="176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565" y="4379268"/>
            <a:ext cx="225474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Operação 100% autônoma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7808" y="4382877"/>
            <a:ext cx="176064" cy="1760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35276" y="4379268"/>
            <a:ext cx="225482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Foco em grades de bueiros urbanos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5593" y="4382877"/>
            <a:ext cx="176064" cy="176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93061" y="4379268"/>
            <a:ext cx="2254821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Sistema automatizado de coleta e descarte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5397"/>
            <a:ext cx="779487" cy="185142"/>
          </a:xfrm>
          <a:prstGeom prst="roundRect">
            <a:avLst>
              <a:gd name="adj" fmla="val 7897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569193" y="471934"/>
            <a:ext cx="1090538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INTELIGÊNCIA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62360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Cérebro em Python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496119" y="1200076"/>
            <a:ext cx="4722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autonomia do CapiBot é garantida por scripts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Python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integrados diretamente ao CoppeliaSim, formando o núcleo de decisão do robô.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80195"/>
            <a:ext cx="304577" cy="3045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2115592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Lógica de Decisão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96119" y="2368748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Algoritmos que interpretam o ambiente e determinam a melhor ação em tempo real.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759273"/>
            <a:ext cx="304577" cy="3045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194670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Navegação Autônoma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96119" y="3447827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Reconhecimento do cenário e planejamento de trajetória sem intervenção humana.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38352"/>
            <a:ext cx="304577" cy="3045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4273748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Controle de Precisão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96119" y="4526905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Comandos finos para posicionamento exato durante a coleta de resíduos.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95151" cy="107603"/>
          </a:xfrm>
          <a:prstGeom prst="roundRect">
            <a:avLst>
              <a:gd name="adj" fmla="val 790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6737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GÊMEO DIGITAL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Visão em Tempo Real do Sistema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35610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Gêmeo Digital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é uma representação virtual fiel do CapiBot, sincronizada em tempo real com cada comando executado. Ele permite visualizar o trajeto completo, os pontos de coleta e os locais de descarte com precisão absoluta.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4895031"/>
            <a:ext cx="2693640" cy="363438"/>
          </a:xfrm>
          <a:prstGeom prst="roundRect">
            <a:avLst>
              <a:gd name="adj" fmla="val 2926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66961" y="4965874"/>
            <a:ext cx="255195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Trajeto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66961" y="5102572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Rota percorrida em tempo real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3225180" y="4895031"/>
            <a:ext cx="2693640" cy="363438"/>
          </a:xfrm>
          <a:prstGeom prst="roundRect">
            <a:avLst>
              <a:gd name="adj" fmla="val 292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3296022" y="4965874"/>
            <a:ext cx="255195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🗑️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Coleta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296022" y="5102572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Pontos de remoção de detritos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954241" y="4895031"/>
            <a:ext cx="2693640" cy="363438"/>
          </a:xfrm>
          <a:prstGeom prst="roundRect">
            <a:avLst>
              <a:gd name="adj" fmla="val 2926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6025083" y="4965874"/>
            <a:ext cx="255195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♻️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Descarte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025083" y="5102572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Locais de liberação do lixo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24483" cy="178371"/>
          </a:xfrm>
          <a:prstGeom prst="roundRect">
            <a:avLst>
              <a:gd name="adj" fmla="val 7898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66514" y="425053"/>
            <a:ext cx="940891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OPERAÇÃO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07070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Dinâmica Operacional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119708"/>
            <a:ext cx="8151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CapiBot executa um ciclo completo e autônomo: identifica os pontos de coleta, realiza a remoção dos detritos e direciona o material para o descarte — tudo monitorado pelo gêmeo digital.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572369"/>
            <a:ext cx="6339185" cy="29012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56361" y="3784668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Liberação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6456" y="3784668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64702" y="3670035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Posicionamento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40341" y="3784668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Identificação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582939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feedback instantâneo no gêmeo digital permite ajustes dinâmicos e otimização contínua da rota de coleta.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1138"/>
            <a:ext cx="814164" cy="208583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578495" y="452289"/>
            <a:ext cx="110661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OTIMIZAÇÃO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672926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Inteligência e Escalabilidade</a:t>
            </a:r>
            <a:endParaRPr lang="en-US" sz="2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1576"/>
            <a:ext cx="2294855" cy="1865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1133" y="1404565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52463" y="1850827"/>
            <a:ext cx="19821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Trajetória Dinâmica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2463" y="2145134"/>
            <a:ext cx="198216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Os scripts ajustam a rota em tempo real conforme o ambiente e os pontos de coleta identificados.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3952" y="1301576"/>
            <a:ext cx="2294930" cy="1865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89040" y="1404565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080296" y="1850827"/>
            <a:ext cx="1982242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Precisão no Posicionamento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080296" y="2359670"/>
            <a:ext cx="19822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Alinhamento milimétrico para maximizar o volume de lixo removido em cada operação.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99743"/>
            <a:ext cx="4722763" cy="14325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75124" y="3402732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52463" y="3848993"/>
            <a:ext cx="44100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Escalabilidade Urbana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52463" y="4143301"/>
            <a:ext cx="44100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Arquitetura flexível, adaptável a diferentes configurações de ruas, grades e cenários urbanos.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06748"/>
            <a:ext cx="849437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49238"/>
            <a:ext cx="113652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788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Desempenho Comprovado em Simulação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0523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265018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Autonomia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5669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Ciclo completo de coleta e descarte sem intervenção humana na simulação.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2433" y="200523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3D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272433" y="265018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Fidelidade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433" y="295669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Sincronização total entre o robô virtual e os comandos Python executados.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48747" y="200523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048747" y="265018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Intervenções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8747" y="295669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Nenhuma ação manual necessária durante os testes no CoppeliaSim.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569791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B6FCB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770561"/>
            <a:ext cx="177180" cy="1417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6816" y="3746971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Os resultados validam o modelo para futura implementação física com alto grau de confiança.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31465"/>
            <a:ext cx="1112639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573956"/>
            <a:ext cx="13997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VISÃO DE FUTURO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80352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Rumo a Cidades Mais Inteligentes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90209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CapiBot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representa um marco na aplicação de tecnologia autônoma ao saneamento urbano — transformando a gestão de resíduos com precisão, eficiência e escalabilidade.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742009"/>
            <a:ext cx="4722763" cy="1870025"/>
          </a:xfrm>
          <a:prstGeom prst="roundRect">
            <a:avLst>
              <a:gd name="adj" fmla="val 1137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2742009"/>
            <a:ext cx="2361381" cy="104842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37877" y="2883768"/>
            <a:ext cx="207786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Autonomia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3195042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Operação sem intervenção humana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57500" y="2742009"/>
            <a:ext cx="2361381" cy="104842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0" y="2742009"/>
            <a:ext cx="19050" cy="104842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3" name="Text 10"/>
          <p:cNvSpPr/>
          <p:nvPr/>
        </p:nvSpPr>
        <p:spPr>
          <a:xfrm>
            <a:off x="2999259" y="2883768"/>
            <a:ext cx="207786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Validação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99259" y="3195042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Simulação comprovada no CoppeliaSim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6119" y="3790429"/>
            <a:ext cx="4722763" cy="82160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Shape 13"/>
          <p:cNvSpPr/>
          <p:nvPr/>
        </p:nvSpPr>
        <p:spPr>
          <a:xfrm>
            <a:off x="496119" y="3790429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7" name="Text 14"/>
          <p:cNvSpPr/>
          <p:nvPr/>
        </p:nvSpPr>
        <p:spPr>
          <a:xfrm>
            <a:off x="637877" y="3932188"/>
            <a:ext cx="44392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Impacto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37877" y="4243462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Pronto para ambientes urbanos reais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2026-07-14T06:36:20Z</dcterms:created>
  <dcterms:modified xsi:type="dcterms:W3CDTF">2026-07-14T06:36:20Z</dcterms:modified>
</cp:coreProperties>
</file>