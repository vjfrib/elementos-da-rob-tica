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0" Type="http://schemas.openxmlformats.org/officeDocument/2006/relationships/hyperlink" Target="https://www.youtube.com/watch?v=ez9vOV352zA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9080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 CapiBot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6491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Cuidando do fluxo urbano do Recife — Fase 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979962"/>
            <a:ext cx="147227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6765" y="4036616"/>
            <a:ext cx="185504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CAPIBOT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00085" y="3979962"/>
            <a:ext cx="268399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13489" y="4036616"/>
            <a:ext cx="30667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DE ANDAMENTO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29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 Gêmeo Digital?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67855"/>
            <a:ext cx="578063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Gêmeo Digital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uma réplica virtual de alta fidelidade de um sistema físico real, conectada a ele em tempo real através de sensores e fluxos de dados bidirecionais.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86601" y="1606252"/>
            <a:ext cx="4649870" cy="2077244"/>
          </a:xfrm>
          <a:prstGeom prst="roundRect">
            <a:avLst>
              <a:gd name="adj" fmla="val 3631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083" y="1876723"/>
            <a:ext cx="224427" cy="179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69993" y="1804591"/>
            <a:ext cx="3886996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prático: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Uma turbina eólica com sensores que enviam dados de vibração, temperatura e rotação para um modelo virtual idêntico — que prevê falhas antes que aconteçam e pode ajustar parâmetros de operação remotamente.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67274"/>
            <a:ext cx="2589247" cy="21934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7954" y="4272161"/>
            <a:ext cx="207788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Sincronização em Tempo Real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67954" y="4935438"/>
            <a:ext cx="207788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mundo físico e o virtual se espelham continuamente, sem defasagem.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1275" y="4067274"/>
            <a:ext cx="2589247" cy="21934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27754" y="4272161"/>
            <a:ext cx="207788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Comunicação Bidirecional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3727754" y="4935438"/>
            <a:ext cx="207788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virtual reflete o físico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pode atuar sobre ele remotamente.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1074" y="4067274"/>
            <a:ext cx="2589247" cy="21934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87553" y="4272161"/>
            <a:ext cx="207788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Simulação e Predição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487553" y="4935438"/>
            <a:ext cx="207788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otimizar comportamentos e prever falhas antes que ocorram.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0874" y="4067274"/>
            <a:ext cx="2589346" cy="219342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47353" y="4272161"/>
            <a:ext cx="207798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Atualização Contínua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9247353" y="4935438"/>
            <a:ext cx="207798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evolui conforme o objeto físico muda ao longo do tempo.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52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Gêmeo Digital vs Shadow Digital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97819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Shadow Digital (Sombra Digital)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uma representação virtual que recebe dados do sistema físico, mas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comunicação de volta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 fluxo de dados é unidirecional (físico → virtual).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349897"/>
            <a:ext cx="10868745" cy="3812580"/>
          </a:xfrm>
          <a:prstGeom prst="roundRect">
            <a:avLst>
              <a:gd name="adj" fmla="val 197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856805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360539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864273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68006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871740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655568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056159" y="2349897"/>
            <a:ext cx="11223" cy="381258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90015" y="2349897"/>
            <a:ext cx="11223" cy="381258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47406" y="2464891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Aspecto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38816" y="2464891"/>
            <a:ext cx="447812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Gêmeo Digital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72672" y="2464891"/>
            <a:ext cx="448130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Shadow Digital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7406" y="2968625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dados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38816" y="2968625"/>
            <a:ext cx="447812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Bidirecional (físico ⇄ virtual)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2672" y="2968625"/>
            <a:ext cx="448130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Unidirecional (físico → virtual)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406" y="3472359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Atuação remota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38816" y="3472359"/>
            <a:ext cx="447812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Sim, o virtual pode controlar o físico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72672" y="3472359"/>
            <a:ext cx="448130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— apenas observação e análise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7406" y="3976092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38816" y="3976092"/>
            <a:ext cx="447812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real contínuo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2672" y="3976092"/>
            <a:ext cx="448130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real ou periódica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7406" y="4479826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38816" y="4479826"/>
            <a:ext cx="447812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(requer integração total)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72672" y="4479826"/>
            <a:ext cx="448130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(foco em observação)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7406" y="4983559"/>
            <a:ext cx="202609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de implementação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38816" y="4983559"/>
            <a:ext cx="447812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elevado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72672" y="4983559"/>
            <a:ext cx="448130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acessível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7406" y="5767388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típico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38816" y="5767388"/>
            <a:ext cx="447812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operacional, otimização ativa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72672" y="5767388"/>
            <a:ext cx="448130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Monitoramento, análise, simulação prévia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3313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o CapiBot é um Shadow Digital?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3360" y="1137047"/>
            <a:ext cx="690644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CapiBot será desenvolvido como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Shadow Digital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nesta fase.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3360" y="1388963"/>
            <a:ext cx="6296860" cy="1270695"/>
          </a:xfrm>
          <a:prstGeom prst="roundRect">
            <a:avLst>
              <a:gd name="adj" fmla="val 406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62540" y="1518146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3840" y="1619448"/>
            <a:ext cx="165790" cy="1657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2540" y="1966416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Treinamento de Visão Computacional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62540" y="2206228"/>
            <a:ext cx="603850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específico para detecção de resíduos, reconhecimento de bueiros e identificação de obstáculos.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233360" y="2739430"/>
            <a:ext cx="6296860" cy="1108571"/>
          </a:xfrm>
          <a:prstGeom prst="roundRect">
            <a:avLst>
              <a:gd name="adj" fmla="val 465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62540" y="2868613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840" y="2969915"/>
            <a:ext cx="165790" cy="1657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2540" y="3316883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Prototipação de Hardware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62540" y="3556695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ESP32-CAM, garra robótica e sensores de linha ainda em fase de prototipação.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33360" y="3927773"/>
            <a:ext cx="6296860" cy="1108571"/>
          </a:xfrm>
          <a:prstGeom prst="roundRect">
            <a:avLst>
              <a:gd name="adj" fmla="val 465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62540" y="4056955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3840" y="4158258"/>
            <a:ext cx="165790" cy="1657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2540" y="4505226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Validação de Algoritmos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62540" y="4745038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Simular antes de construir: validar comportamento sem custo de hardware no CoppeliaSim.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233360" y="5116116"/>
            <a:ext cx="6296860" cy="1108571"/>
          </a:xfrm>
          <a:prstGeom prst="roundRect">
            <a:avLst>
              <a:gd name="adj" fmla="val 465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62540" y="5245298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3840" y="5346601"/>
            <a:ext cx="165790" cy="1657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2540" y="5693569"/>
            <a:ext cx="60385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Migração Futura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62540" y="5933380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para Gêmeo Digital completo quando o protótipo físico estiver maduro.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738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 do Projeto — 5 Semanas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086323" y="1386780"/>
            <a:ext cx="19050" cy="4904482"/>
          </a:xfrm>
          <a:prstGeom prst="roundRect">
            <a:avLst>
              <a:gd name="adj" fmla="val 369200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5424203" y="1565573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5907485" y="1386780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70240" y="1418134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1444327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1794966"/>
            <a:ext cx="45970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do ambiente de simulação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5160" y="2532063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5907485" y="2353270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0240" y="2384623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33134" y="2410817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3134" y="2761456"/>
            <a:ext cx="45970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virtual do carro seguidor de linha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24203" y="3378994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7485" y="3200202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0240" y="3231555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1475" y="3257748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475" y="3608387"/>
            <a:ext cx="45970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virtual da garra robótica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5160" y="4225925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5907485" y="4047133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0240" y="4078486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33134" y="4104680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3134" y="4455319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de detecção de objetos com ESP32-CAM e Visão Computacional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24203" y="5072856"/>
            <a:ext cx="502332" cy="19050"/>
          </a:xfrm>
          <a:prstGeom prst="roundRect">
            <a:avLst>
              <a:gd name="adj" fmla="val 369200"/>
            </a:avLst>
          </a:prstGeom>
          <a:solidFill>
            <a:srgbClr val="C0C1D7"/>
          </a:solidFill>
          <a:ln/>
        </p:spPr>
      </p:sp>
      <p:sp>
        <p:nvSpPr>
          <p:cNvPr id="25" name="Shape 23"/>
          <p:cNvSpPr/>
          <p:nvPr/>
        </p:nvSpPr>
        <p:spPr>
          <a:xfrm>
            <a:off x="5907485" y="4894064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0240" y="4925417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61475" y="4951611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475" y="5302250"/>
            <a:ext cx="459708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Otimização e integração dos sistemas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98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Andamento da Fase 1: Simulação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538784"/>
            <a:ext cx="1407184" cy="258465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4" name="Shape 2"/>
          <p:cNvSpPr/>
          <p:nvPr/>
        </p:nvSpPr>
        <p:spPr>
          <a:xfrm>
            <a:off x="763469" y="1600002"/>
            <a:ext cx="136026" cy="136029"/>
          </a:xfrm>
          <a:prstGeom prst="rect">
            <a:avLst/>
          </a:prstGeom>
          <a:solidFill>
            <a:srgbClr val="272525"/>
          </a:solidFill>
          <a:ln/>
        </p:spPr>
      </p:sp>
      <p:sp>
        <p:nvSpPr>
          <p:cNvPr id="5" name="Text 3"/>
          <p:cNvSpPr/>
          <p:nvPr/>
        </p:nvSpPr>
        <p:spPr>
          <a:xfrm>
            <a:off x="967458" y="1589782"/>
            <a:ext cx="160879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ATUAL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1969492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Carro robô e tracking de objeto já implementados em ambiente virtual.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55339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foi entregue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271" y="2999730"/>
            <a:ext cx="255085" cy="2550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4209" y="2991346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de simulação modelado no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CoppeliaSim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382463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4209" y="3816251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Carro seguidor de linha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funcional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simulação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271" y="4649539"/>
            <a:ext cx="255085" cy="2550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4209" y="4641155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de objeto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operacional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271" y="5474444"/>
            <a:ext cx="255085" cy="2550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4209" y="5466060"/>
            <a:ext cx="467417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preparada para integração da garra robótica e visão computacional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309659" y="255339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Demonstração em Vídeo</a:t>
            </a:r>
            <a:endParaRPr lang="en-US" sz="1650" dirty="0"/>
          </a:p>
        </p:txBody>
      </p:sp>
      <p:pic>
        <p:nvPicPr>
          <p:cNvPr id="17" name="Image 4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659" y="2991346"/>
            <a:ext cx="4704141" cy="1713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7390"/>
            <a:ext cx="6296860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Passos e Encerramento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233360" y="1840409"/>
            <a:ext cx="2958629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vem pela frente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233360" y="2227759"/>
            <a:ext cx="311241" cy="194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233360" y="2473127"/>
            <a:ext cx="295862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2589014"/>
            <a:ext cx="2958629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virtual da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garra robótica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Semana 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3360" y="3287812"/>
            <a:ext cx="311241" cy="194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33360" y="3533180"/>
            <a:ext cx="295862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3649067"/>
            <a:ext cx="2958629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com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ESP32-CAM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modelo de visão computacional — Semana 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33360" y="4347865"/>
            <a:ext cx="311241" cy="194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33360" y="4593233"/>
            <a:ext cx="295862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5233360" y="4709120"/>
            <a:ext cx="2958629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Otimização de percurso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integração final dos sistemas — Semana 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65926" y="1712317"/>
            <a:ext cx="3182659" cy="3711674"/>
          </a:xfrm>
          <a:prstGeom prst="roundRect">
            <a:avLst>
              <a:gd name="adj" fmla="val 3521"/>
            </a:avLst>
          </a:prstGeom>
          <a:solidFill>
            <a:srgbClr val="2D1B4E"/>
          </a:solidFill>
          <a:ln/>
        </p:spPr>
      </p:sp>
      <p:sp>
        <p:nvSpPr>
          <p:cNvPr id="15" name="Text 12"/>
          <p:cNvSpPr/>
          <p:nvPr/>
        </p:nvSpPr>
        <p:spPr>
          <a:xfrm>
            <a:off x="8621497" y="1840409"/>
            <a:ext cx="2871517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de Longo Prazo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21497" y="2211685"/>
            <a:ext cx="2871517" cy="145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Construção do protótipo físico do CapiBot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do Shadow Digital para Gêmeo Digital completo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escalável para outras cidades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33360" y="5568156"/>
            <a:ext cx="19050" cy="742255"/>
          </a:xfrm>
          <a:prstGeom prst="roundRect">
            <a:avLst>
              <a:gd name="adj" fmla="val 59999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5466816" y="5712321"/>
            <a:ext cx="60634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Obrigado!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CapiBot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2026-07-14T06:32:13Z</dcterms:created>
  <dcterms:modified xsi:type="dcterms:W3CDTF">2026-07-14T06:32:13Z</dcterms:modified>
</cp:coreProperties>
</file>