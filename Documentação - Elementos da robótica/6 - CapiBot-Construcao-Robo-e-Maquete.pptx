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Petrona Thin"/>
      <p:regular r:id="rId201323"/>
    </p:embeddedFont>
    <p:embeddedFont>
      <p:font typeface="Petrona ExtraLight"/>
      <p:regular r:id="rId201324"/>
    </p:embeddedFont>
    <p:embeddedFont>
      <p:font typeface="Petrona Light"/>
      <p:regular r:id="rId201325"/>
    </p:embeddedFont>
    <p:embeddedFont>
      <p:font typeface="Petrona"/>
      <p:regular r:id="rId201326"/>
    </p:embeddedFont>
    <p:embeddedFont>
      <p:font typeface="Petrona Medium"/>
      <p:regular r:id="rId201327"/>
    </p:embeddedFont>
    <p:embeddedFont>
      <p:font typeface="Petrona SemiBold"/>
      <p:regular r:id="rId201328"/>
    </p:embeddedFont>
    <p:embeddedFont>
      <p:font typeface="Petrona Bold"/>
      <p:regular r:id="rId201329"/>
    </p:embeddedFont>
    <p:embeddedFont>
      <p:font typeface="Petrona ExtraBold"/>
      <p:regular r:id="rId201330"/>
    </p:embeddedFont>
    <p:embeddedFont>
      <p:font typeface="Petron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50888"/>
            <a:ext cx="4722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 Simulação à Construção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182865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CapiBot evoluiu do ambiente virtual para o físico. A principal mudança: de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câmeras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 simulação para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câmera móvel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protótipo real.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4022" y="2668563"/>
            <a:ext cx="2392635" cy="1324049"/>
          </a:xfrm>
          <a:prstGeom prst="roundRect">
            <a:avLst>
              <a:gd name="adj" fmla="val 7709"/>
            </a:avLst>
          </a:prstGeom>
          <a:solidFill>
            <a:srgbClr val="9A81DF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35781" y="2810321"/>
            <a:ext cx="210911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CoppeliaSim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35781" y="3184624"/>
            <a:ext cx="21091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câmeras fixas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simulado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035201" y="2810321"/>
            <a:ext cx="21884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Protótipo Físico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035201" y="3184624"/>
            <a:ext cx="21884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câmera ESP32-CAM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Servo motor para mira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IR para linha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8671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Semana 4 — O Que Estamos Construindo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87351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47355"/>
            <a:ext cx="190500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Maquete com a Linha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96119" y="2964954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Pista física com linhas que representam as ruas percorridas pelo robô.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787351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647355"/>
            <a:ext cx="1905074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Robô Seguidor de Linha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2578298" y="3197498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Chassi em MDF. Sensor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infravermelho (IR)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detecta e segue a linha automaticamente.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787351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647355"/>
            <a:ext cx="190507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Câmera de Inspeção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660553" y="2964954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ESP32-CAM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protegida por case de acrílico. Uma câmera substitui as três da simulação.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787351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647355"/>
            <a:ext cx="190507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Câmera Móvel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6742807" y="2964954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Servo motor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desloca e gira a câmera para mirar exatamente o ponto a inspecionar.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2976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Divisão do Trabalho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94022" y="1150739"/>
            <a:ext cx="4107135" cy="3519785"/>
          </a:xfrm>
          <a:prstGeom prst="roundRect">
            <a:avLst>
              <a:gd name="adj" fmla="val 2900"/>
            </a:avLst>
          </a:prstGeom>
          <a:solidFill>
            <a:srgbClr val="9A81DF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292498"/>
            <a:ext cx="382361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Nosso Grupo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35781" y="1666801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Maquete — pista com a linha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Robô que anda e segue a linha via sensor IR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Câmera ESP32-CAM sobre servo motor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Inspeção: detectar ponto sujo ou limpo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615" y="1310208"/>
            <a:ext cx="2465115" cy="28265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49701" y="4296221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444922"/>
            <a:ext cx="8151763" cy="35758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55763" y="2973483"/>
            <a:ext cx="1834617" cy="23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Seguir a Linha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2455763" y="3267855"/>
            <a:ext cx="1834617" cy="352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IR guia o chassi pela pista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853879" y="812874"/>
            <a:ext cx="1834618" cy="23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Inspecionar o Ponto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853879" y="1107247"/>
            <a:ext cx="1834618" cy="35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Servo gira a ESP32-CAM para análise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4233416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2026-07-14T06:34:45Z</dcterms:created>
  <dcterms:modified xsi:type="dcterms:W3CDTF">2026-07-14T06:34:45Z</dcterms:modified>
</cp:coreProperties>
</file>